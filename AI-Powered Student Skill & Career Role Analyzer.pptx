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312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731520"/>
            <a:ext cx="3291840" cy="329184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291840"/>
            <a:ext cx="2377440" cy="237744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2296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05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17373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Student Skill &amp; Career Role Analyzer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31520" y="3200400"/>
            <a:ext cx="822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Ch.Jahnavi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AIML-B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64008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7160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148590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01168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do not know how strong their skills really 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between education and industry needs go unnoticed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suitable career role is confusing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123444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234440"/>
            <a:ext cx="64008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64608" y="137160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08" y="14859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4068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201168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that tests skills with short quizzes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skill and assigns a proficiency level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weak or missing skills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matching career roles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3736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student's skills for their chosen course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63440" y="123444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23444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160020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7830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852160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85216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each skill from Beginner to Expert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288036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288036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324612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4290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737360" y="3108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737360" y="3566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missing and weak skills below 60%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663440" y="288036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663440" y="288036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937760" y="324612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42900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852160" y="3108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5852160" y="3566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career roles that fit the strengths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43000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07592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21892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075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logic and scoring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06040" y="11430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06040" y="1143000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0" y="1307592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1421892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291840" y="13075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74320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UI and widgets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63440" y="11430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63440" y="1143000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00600" y="1307592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142189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349240" y="13075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module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480060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random questions per skill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720840" y="114300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20840" y="1143000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58000" y="1307592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1421892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06640" y="130759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for courses, skills, questions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2487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(requirements.txt)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548640" y="28346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48640" y="283464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67512" y="293522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3022092"/>
            <a:ext cx="173736" cy="17373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78992" y="28346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2194560" y="28346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2194560" y="283464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2313432" y="293522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0300" y="3022092"/>
            <a:ext cx="173736" cy="173736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2724912" y="28346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3840480" y="28346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3840480" y="283464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3959352" y="293522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6220" y="3022092"/>
            <a:ext cx="173736" cy="173736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4370832" y="28346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5486400" y="28346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5486400" y="283464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5605272" y="293522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2140" y="3022092"/>
            <a:ext cx="173736" cy="173736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6016752" y="28346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51" name="Shape 41"/>
          <p:cNvSpPr/>
          <p:nvPr/>
        </p:nvSpPr>
        <p:spPr>
          <a:xfrm>
            <a:off x="7132320" y="28346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7132320" y="283464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7251192" y="293522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8060" y="3022092"/>
            <a:ext cx="173736" cy="173736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7662672" y="28346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950" dirty="0"/>
          </a:p>
        </p:txBody>
      </p:sp>
      <p:sp>
        <p:nvSpPr>
          <p:cNvPr id="56" name="Shape 45"/>
          <p:cNvSpPr/>
          <p:nvPr/>
        </p:nvSpPr>
        <p:spPr>
          <a:xfrm>
            <a:off x="548640" y="34747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548640" y="347472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667512" y="357530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380" y="3662172"/>
            <a:ext cx="173736" cy="173736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1078992" y="347472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950" dirty="0"/>
          </a:p>
        </p:txBody>
      </p:sp>
      <p:sp>
        <p:nvSpPr>
          <p:cNvPr id="61" name="Shape 49"/>
          <p:cNvSpPr/>
          <p:nvPr/>
        </p:nvSpPr>
        <p:spPr>
          <a:xfrm>
            <a:off x="2194560" y="34747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2194560" y="347472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2313432" y="357530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6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00300" y="3662172"/>
            <a:ext cx="173736" cy="173736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2724912" y="347472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950" dirty="0"/>
          </a:p>
        </p:txBody>
      </p:sp>
      <p:sp>
        <p:nvSpPr>
          <p:cNvPr id="66" name="Shape 53"/>
          <p:cNvSpPr/>
          <p:nvPr/>
        </p:nvSpPr>
        <p:spPr>
          <a:xfrm>
            <a:off x="3840480" y="34747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7" name="Shape 54"/>
          <p:cNvSpPr/>
          <p:nvPr/>
        </p:nvSpPr>
        <p:spPr>
          <a:xfrm>
            <a:off x="3840480" y="347472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Shape 55"/>
          <p:cNvSpPr/>
          <p:nvPr/>
        </p:nvSpPr>
        <p:spPr>
          <a:xfrm>
            <a:off x="3959352" y="357530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46220" y="3662172"/>
            <a:ext cx="173736" cy="173736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4370832" y="347472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950" dirty="0"/>
          </a:p>
        </p:txBody>
      </p:sp>
      <p:sp>
        <p:nvSpPr>
          <p:cNvPr id="71" name="Shape 57"/>
          <p:cNvSpPr/>
          <p:nvPr/>
        </p:nvSpPr>
        <p:spPr>
          <a:xfrm>
            <a:off x="5486400" y="34747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2" name="Shape 58"/>
          <p:cNvSpPr/>
          <p:nvPr/>
        </p:nvSpPr>
        <p:spPr>
          <a:xfrm>
            <a:off x="5486400" y="347472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Shape 59"/>
          <p:cNvSpPr/>
          <p:nvPr/>
        </p:nvSpPr>
        <p:spPr>
          <a:xfrm>
            <a:off x="5605272" y="357530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7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140" y="3662172"/>
            <a:ext cx="173736" cy="173736"/>
          </a:xfrm>
          <a:prstGeom prst="rect">
            <a:avLst/>
          </a:prstGeom>
        </p:spPr>
      </p:pic>
      <p:sp>
        <p:nvSpPr>
          <p:cNvPr id="75" name="Text 60"/>
          <p:cNvSpPr txBox="1"/>
          <p:nvPr/>
        </p:nvSpPr>
        <p:spPr>
          <a:xfrm>
            <a:off x="6016752" y="347472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950" dirty="0"/>
          </a:p>
        </p:txBody>
      </p:sp>
      <p:sp>
        <p:nvSpPr>
          <p:cNvPr id="76" name="Shape 61"/>
          <p:cNvSpPr/>
          <p:nvPr/>
        </p:nvSpPr>
        <p:spPr>
          <a:xfrm>
            <a:off x="7132320" y="34747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7" name="Shape 62"/>
          <p:cNvSpPr/>
          <p:nvPr/>
        </p:nvSpPr>
        <p:spPr>
          <a:xfrm>
            <a:off x="7132320" y="347472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Shape 63"/>
          <p:cNvSpPr/>
          <p:nvPr/>
        </p:nvSpPr>
        <p:spPr>
          <a:xfrm>
            <a:off x="7251192" y="357530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79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8060" y="3662172"/>
            <a:ext cx="173736" cy="173736"/>
          </a:xfrm>
          <a:prstGeom prst="rect">
            <a:avLst/>
          </a:prstGeom>
        </p:spPr>
      </p:pic>
      <p:sp>
        <p:nvSpPr>
          <p:cNvPr id="80" name="Text 64"/>
          <p:cNvSpPr txBox="1"/>
          <p:nvPr/>
        </p:nvSpPr>
        <p:spPr>
          <a:xfrm>
            <a:off x="7662672" y="347472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</a:t>
            </a:r>
            <a:endParaRPr lang="en-US" sz="950" dirty="0"/>
          </a:p>
        </p:txBody>
      </p:sp>
      <p:sp>
        <p:nvSpPr>
          <p:cNvPr id="81" name="Shape 65"/>
          <p:cNvSpPr/>
          <p:nvPr/>
        </p:nvSpPr>
        <p:spPr>
          <a:xfrm>
            <a:off x="548640" y="41148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2" name="Shape 66"/>
          <p:cNvSpPr/>
          <p:nvPr/>
        </p:nvSpPr>
        <p:spPr>
          <a:xfrm>
            <a:off x="548640" y="411480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3" name="Shape 67"/>
          <p:cNvSpPr/>
          <p:nvPr/>
        </p:nvSpPr>
        <p:spPr>
          <a:xfrm>
            <a:off x="667512" y="421538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84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4380" y="4302252"/>
            <a:ext cx="173736" cy="173736"/>
          </a:xfrm>
          <a:prstGeom prst="rect">
            <a:avLst/>
          </a:prstGeom>
        </p:spPr>
      </p:pic>
      <p:sp>
        <p:nvSpPr>
          <p:cNvPr id="85" name="Text 68"/>
          <p:cNvSpPr txBox="1"/>
          <p:nvPr/>
        </p:nvSpPr>
        <p:spPr>
          <a:xfrm>
            <a:off x="1078992" y="411480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950" dirty="0"/>
          </a:p>
        </p:txBody>
      </p:sp>
      <p:sp>
        <p:nvSpPr>
          <p:cNvPr id="86" name="Shape 69"/>
          <p:cNvSpPr/>
          <p:nvPr/>
        </p:nvSpPr>
        <p:spPr>
          <a:xfrm>
            <a:off x="2194560" y="41148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7" name="Shape 70"/>
          <p:cNvSpPr/>
          <p:nvPr/>
        </p:nvSpPr>
        <p:spPr>
          <a:xfrm>
            <a:off x="2194560" y="411480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8" name="Shape 71"/>
          <p:cNvSpPr/>
          <p:nvPr/>
        </p:nvSpPr>
        <p:spPr>
          <a:xfrm>
            <a:off x="2313432" y="421538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89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00300" y="4302252"/>
            <a:ext cx="173736" cy="173736"/>
          </a:xfrm>
          <a:prstGeom prst="rect">
            <a:avLst/>
          </a:prstGeom>
        </p:spPr>
      </p:pic>
      <p:sp>
        <p:nvSpPr>
          <p:cNvPr id="90" name="Text 72"/>
          <p:cNvSpPr txBox="1"/>
          <p:nvPr/>
        </p:nvSpPr>
        <p:spPr>
          <a:xfrm>
            <a:off x="2724912" y="411480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</a:t>
            </a:r>
            <a:endParaRPr lang="en-US" sz="950" dirty="0"/>
          </a:p>
        </p:txBody>
      </p:sp>
      <p:sp>
        <p:nvSpPr>
          <p:cNvPr id="91" name="Shape 73"/>
          <p:cNvSpPr/>
          <p:nvPr/>
        </p:nvSpPr>
        <p:spPr>
          <a:xfrm>
            <a:off x="3840480" y="41148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2" name="Shape 74"/>
          <p:cNvSpPr/>
          <p:nvPr/>
        </p:nvSpPr>
        <p:spPr>
          <a:xfrm>
            <a:off x="3840480" y="411480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3" name="Shape 75"/>
          <p:cNvSpPr/>
          <p:nvPr/>
        </p:nvSpPr>
        <p:spPr>
          <a:xfrm>
            <a:off x="3959352" y="421538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94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46220" y="4302252"/>
            <a:ext cx="173736" cy="173736"/>
          </a:xfrm>
          <a:prstGeom prst="rect">
            <a:avLst/>
          </a:prstGeom>
        </p:spPr>
      </p:pic>
      <p:sp>
        <p:nvSpPr>
          <p:cNvPr id="95" name="Text 76"/>
          <p:cNvSpPr txBox="1"/>
          <p:nvPr/>
        </p:nvSpPr>
        <p:spPr>
          <a:xfrm>
            <a:off x="4370832" y="411480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50" dirty="0"/>
          </a:p>
        </p:txBody>
      </p:sp>
      <p:sp>
        <p:nvSpPr>
          <p:cNvPr id="96" name="Shape 77"/>
          <p:cNvSpPr/>
          <p:nvPr/>
        </p:nvSpPr>
        <p:spPr>
          <a:xfrm>
            <a:off x="5486400" y="41148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7" name="Shape 78"/>
          <p:cNvSpPr/>
          <p:nvPr/>
        </p:nvSpPr>
        <p:spPr>
          <a:xfrm>
            <a:off x="5486400" y="4114800"/>
            <a:ext cx="457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79"/>
          <p:cNvSpPr/>
          <p:nvPr/>
        </p:nvSpPr>
        <p:spPr>
          <a:xfrm>
            <a:off x="5605272" y="4215384"/>
            <a:ext cx="347472" cy="34747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9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92140" y="4302252"/>
            <a:ext cx="173736" cy="173736"/>
          </a:xfrm>
          <a:prstGeom prst="rect">
            <a:avLst/>
          </a:prstGeom>
        </p:spPr>
      </p:pic>
      <p:sp>
        <p:nvSpPr>
          <p:cNvPr id="100" name="Text 80"/>
          <p:cNvSpPr txBox="1"/>
          <p:nvPr/>
        </p:nvSpPr>
        <p:spPr>
          <a:xfrm>
            <a:off x="6016752" y="411480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langchain-community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Pathways &amp; Skill Database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education levels and 46 courses, each linked to its own skill 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0876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64592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17602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2588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MPC, BiPC, MEC, CEC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150876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93008" y="164592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308" y="17602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06908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5204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CSE, ECE, EEE, Mechanical, Civil, Data Science and more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35040" y="1508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35040" y="150876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36208" y="164592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508" y="176022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81228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/ B.E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2636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CSE, IT, AI &amp; ML, Cyber Security, IoT, Robotics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30632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8640" y="306324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320040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" y="331470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3258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7724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Science, Data Science, Maths, Physics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291840" y="30632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291840" y="306324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493008" y="320040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7308" y="331470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0690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/ MCA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352044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ML, Cyber Security, Cloud, Full Stack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035040" y="30632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035040" y="306324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236208" y="320040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0508" y="3314700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68122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626364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Marketing, HR, Analytics,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84960" y="1691640"/>
            <a:ext cx="60960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3440" y="132588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15087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6072" y="2194560"/>
            <a:ext cx="1286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26080" y="1691640"/>
            <a:ext cx="60960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94560" y="132588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5087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17192" y="2194560"/>
            <a:ext cx="1286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education &amp; course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67200" y="1691640"/>
            <a:ext cx="60960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35680" y="132588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560" y="1508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258312" y="2194560"/>
            <a:ext cx="1286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skills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608320" y="1691640"/>
            <a:ext cx="60960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76800" y="132588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9680" y="15087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599432" y="2194560"/>
            <a:ext cx="1286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quiz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949440" y="1691640"/>
            <a:ext cx="609600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217920" y="132588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50876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940552" y="2194560"/>
            <a:ext cx="1286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559040" y="132588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1920" y="150876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281672" y="2194560"/>
            <a:ext cx="1286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recommendations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548640" y="3017520"/>
            <a:ext cx="8046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548640" y="3017520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49808" y="315468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108" y="3268980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325880" y="3154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777240" y="3794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chosen decides which skills are available. For every selected skill, 3 random questions are asked. Answers are compared in lowercase, ignoring extra spaces, and the score is calculated per skill. Skills scoring 60% or more are used to suggest career roles.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Skill Levels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has 3 questions, so a skill score is 0%, 33%, 67% or 100%.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228600" cy="4572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08760"/>
            <a:ext cx="7818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508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and above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075688"/>
            <a:ext cx="2286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075688"/>
            <a:ext cx="7818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20756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075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and above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642616"/>
            <a:ext cx="22860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642616"/>
            <a:ext cx="7818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2642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26426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and above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209544"/>
            <a:ext cx="228600" cy="4572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209544"/>
            <a:ext cx="7818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3209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32095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and above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776472"/>
            <a:ext cx="228600" cy="457200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776472"/>
            <a:ext cx="7818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37764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776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40%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Skill Detection &amp; Career Roles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64008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7160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148590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Weak Skills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01168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not selected are marked as missing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scoring below 60% are flagged as weak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none are found, a success message is shown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123444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234440"/>
            <a:ext cx="64008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64608" y="137160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08" y="14859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4068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Recommendations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201168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skills scoring 60% or more are used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map to roles, e.g. Python to AI Engineer, Data Analyst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removed, top 5 roles shown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Features, Benefits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64008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7160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148590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01168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Course-specific skills and questions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quizzes each attempt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scores with progress bars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wide-layout interface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8980" y="123444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8980" y="1234440"/>
            <a:ext cx="64008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0148" y="137160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48590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04622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497580" y="201168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skill gaps quickly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clear career direction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for students to use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self-improvement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989320" y="123444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89320" y="1234440"/>
            <a:ext cx="64008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90488" y="1371600"/>
            <a:ext cx="457200" cy="4572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4788" y="148590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76656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217920" y="201168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question bank with MCQs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student history in a database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career prediction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skill report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108960" cy="310896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160520" y="2697480"/>
            <a:ext cx="822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524</Words>
  <Application>Microsoft Office PowerPoint</Application>
  <PresentationFormat>On-screen Show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Student Skill &amp; Career Role Analyzer</dc:title>
  <dc:subject>PptxGenJS Presentation</dc:subject>
  <dc:creator>PptxGenJS</dc:creator>
  <cp:lastModifiedBy>3410</cp:lastModifiedBy>
  <cp:revision>1</cp:revision>
  <dcterms:created xsi:type="dcterms:W3CDTF">2026-10-06T14:35:49Z</dcterms:created>
  <dcterms:modified xsi:type="dcterms:W3CDTF">2026-10-06T14:40:56Z</dcterms:modified>
</cp:coreProperties>
</file>